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AgentOnAir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</a:t>
            </a:r>
            <a:pPr indent="0" marL="0">
              <a:buNone/>
            </a:pP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AI agents.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it. Share it. Install it. Run it.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that travel like files.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303520"/>
            <a:ext cx="3657600" cy="411480"/>
          </a:xfrm>
          <a:prstGeom prst="roundRect">
            <a:avLst>
              <a:gd name="adj" fmla="val 44444"/>
            </a:avLst>
          </a:prstGeom>
          <a:noFill/>
          <a:ln w="12700">
            <a:solidFill>
              <a:srgbClr val="2A2A2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2025  |  Pre-seed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 this.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built an AI agent that checks all your emails, replies to every one without a miss, schedules your meetings, and handles your invoices. It took you weeks to get the prompts right, wire up the tools, and tune the knowledge base.</a:t>
            </a: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friend sees it and says: "I want that."</a:t>
            </a: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you have two options:</a:t>
            </a: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Tell them to rebuild it from scratch</a:t>
            </a: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Give them access to YOUR app, YOUR account, YOUR platform</a:t>
            </a: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endParaRPr lang="en-US" sz="17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suck. There is no AirDrop for agents.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</a:rPr>
              <a:t>Every format has a sharing primitive.
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6B00"/>
                </a:solidFill>
              </a:rPr>
              <a:t>Agents don't.</a:t>
            </a:r>
            <a:endParaRPr lang="en-US" sz="4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2743200"/>
          <a:ext cx="7589520" cy="914400"/>
        </p:xfrm>
        <a:graphic>
          <a:graphicData uri="http://schemas.openxmlformats.org/drawingml/2006/table">
            <a:tbl>
              <a:tblPr/>
              <a:tblGrid>
                <a:gridCol w="3794760"/>
                <a:gridCol w="3794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BUILT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YOU SHARE 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codebase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888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.git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iOS app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888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.ipa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Android app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888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.apk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website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888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vercel deploy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npm package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888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publish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Docker container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888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push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AI agent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6B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???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MASSIVE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explosion is here. The sharing layer isn't.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3M+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GPTs created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OpenAI alone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21031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480560" y="32004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enterprises have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in production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92024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21031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229600" y="32004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standards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sharing agents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754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17% of agent users report improved team collaboration </a:t>
            </a:r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(Stack Overflow 2025)</a:t>
            </a:r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agents are personal tools with no sharing layer.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0FF88">
                    <a:alpha val="2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we know about this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that others don't?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 that drives everything we build.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UNIQUE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AFA"/>
                </a:solidFill>
              </a:rPr>
              <a:t>The agent ecosystem in 2025 looks exactly like
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0FF88"/>
                </a:solidFill>
              </a:rPr>
              <a:t>the JavaScript ecosystem in 2009.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npm, JavaScript developers copied code between projects manually. There was no standard way to package, version, share, or install reusable code.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didn't just let people share code — it let people BUILD ON each other's code. That single primitive created a $2B+ ecosystem (GitHub acquired npm for ~$200M) and 2M+ packages serving 17M developers.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pattern repeated with Docker Hub (15M repos, 25B monthly pulls), Hugging Face (2M+ models, 13M users), and every successful developer platform.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are the ONLY major software primitive without a sharing standard. Everyone is building agents. Nobody can share them.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OTHERS MISS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is building agent PLATFORMS.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building the agent SHARING LAYER.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77440"/>
          <a:ext cx="112471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920240"/>
                <a:gridCol w="2377440"/>
                <a:gridCol w="237744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PORTABLE?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OUTSIDE?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ONE-CMD INSTALL?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888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OFFLINE?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Custom GPTs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(Plus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LangChain Hub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AutoGen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33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AgentOnAir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.agent file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(Model Context Protocol) is gaining traction for tool interop — 28% of Fortune 500 adopted it by Q1 2025.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MCP solves tool CALLING, not agent SHARING. You still can't package an agent and hand it to someone.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0FF88">
                    <a:alpha val="2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know that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users need this?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from the market, not assumptions.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PAIN IS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assume the problem. We found it everywhere.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0512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3M+ Custom GPTs, Zero Portability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49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OpenAI's GPT Store launched Jan 2024. 3M+ agents created. But they're locked to ChatGPT Plus ($20/mo). Can't embed on websites. Can't export. Can't run locally. Users report bugs where GPTs revert to base ChatGPT, losing all custom behavior.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92608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999232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 in Production, 17% Collaboration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291840"/>
            <a:ext cx="10149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LangChain's State of AI Agents: 51% of orgs have agents in production, but only 17% report improved team collaboration — the LOWEST rated impact. Agents are personal tools trapped on individual machines.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87952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Failure Rate from Interop Issues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480560"/>
            <a:ext cx="10149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multi-agent deployments see 35% project failure rates from mismatched protocols, 3-6 month delays, and quadratic integration costs. No shared format = no composability.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530352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376672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AirDrop Moment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5669280"/>
            <a:ext cx="10149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email agent works perfectly. Your friend wants it. Today: "rebuild it yourself" or "use my account." With AgentOnAir: agentbox install email-agent.agent — done. Like sending a file.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</a:rPr>
              <a:t>One file. One command.
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00FF88"/>
                </a:solidFill>
              </a:rPr>
              <a:t>Agents that travel.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.agent file — a portable, self-contained bundle that packages everything about an AI agent: system prompt, model config, knowledge files, tools, and metadata. Framework-agnostic. Provider-agnostic. Share it like a file. Run it anywhere.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3291840"/>
            <a:ext cx="9418320" cy="2926080"/>
          </a:xfrm>
          <a:prstGeom prst="roundRect">
            <a:avLst>
              <a:gd name="adj" fmla="val 4688"/>
            </a:avLst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3474720"/>
            <a:ext cx="88696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 built an agent. Share it.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pack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email-agent-1.0.0.agent (0.8 KB)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friend receives it. One command.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install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email-agent-1.0.0.agent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run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email-agent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"Check my inbox"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Agent running. No setup needed.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agent lifecycle in 4 commands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97480" cy="4114800"/>
          </a:xfrm>
          <a:prstGeom prst="roundRect">
            <a:avLst>
              <a:gd name="adj" fmla="val 5085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830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init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an agent project with system prompt, model config, knowledge files, and tools directory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45920"/>
            <a:ext cx="2697480" cy="4114800"/>
          </a:xfrm>
          <a:prstGeom prst="roundRect">
            <a:avLst>
              <a:gd name="adj" fmla="val 5085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7830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pack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37560" y="30175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20440" y="356616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everything into a single portable .agent file (typically &lt;1KB)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697480" cy="4114800"/>
          </a:xfrm>
          <a:prstGeom prst="roundRect">
            <a:avLst>
              <a:gd name="adj" fmla="val 5085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7830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publish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30175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356616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to the registry under your @scope, or just send the .agent file directly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98280" y="1645920"/>
            <a:ext cx="2697480" cy="4114800"/>
          </a:xfrm>
          <a:prstGeom prst="roundRect">
            <a:avLst>
              <a:gd name="adj" fmla="val 5085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8280" y="17830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281160" y="2468880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agentbox 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98280" y="30175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281160" y="356616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and run any agent with one command. Works with OpenAI, or demo mode with zero API keys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5468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03504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1540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WORKING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a concept. It's shipped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commands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working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64592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80560" y="2743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passing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&lt;1KB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2743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.agent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size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84048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233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31520" y="49377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agents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80560" y="384048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40233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480560" y="49377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install &amp;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any agent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840480"/>
            <a:ext cx="3383280" cy="1920240"/>
          </a:xfrm>
          <a:prstGeom prst="roundRect">
            <a:avLst>
              <a:gd name="adj" fmla="val 7143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40233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229600" y="49377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needed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demo mode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C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github.com/piyushhhxyz/AgentsOnAir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0FF88">
                    <a:alpha val="2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big can this get?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potential, route to first 100 users, and path to $1-10L MRR.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infrastructure layer for agent distribution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3200400" cy="3200400"/>
          </a:xfrm>
          <a:prstGeom prst="ellipse">
            <a:avLst/>
          </a:prstGeom>
          <a:solidFill>
            <a:srgbClr val="00FF88">
              <a:alpha val="10000"/>
            </a:srgbClr>
          </a:solidFill>
          <a:ln w="25400">
            <a:solidFill>
              <a:srgbClr val="00FF88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FF88"/>
                </a:solidFill>
              </a:rPr>
              <a:t>$52B
</a:t>
            </a:r>
            <a:endParaRPr lang="en-US" sz="4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by 2030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TAM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2120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</a:rPr>
              <a:t>Global AI agent market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</a:rPr>
              <a:t>46.3% CAGR (MarketsandMarkets)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2011680"/>
            <a:ext cx="2560320" cy="2560320"/>
          </a:xfrm>
          <a:prstGeom prst="ellipse">
            <a:avLst/>
          </a:prstGeom>
          <a:solidFill>
            <a:srgbClr val="00CCFF">
              <a:alpha val="10000"/>
            </a:srgbClr>
          </a:solidFill>
          <a:ln w="25400">
            <a:solidFill>
              <a:srgbClr val="00CC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5603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CFF"/>
                </a:solidFill>
              </a:rPr>
              <a:t>$8B
</a:t>
            </a:r>
            <a:endParaRPr lang="en-US" sz="3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by 2028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0" y="4663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SAM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</a:rPr>
              <a:t>Agent tooling, distribution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</a:rPr>
              <a:t>&amp; developer platforms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0" y="2468880"/>
            <a:ext cx="2011680" cy="2011680"/>
          </a:xfrm>
          <a:prstGeom prst="ellipse">
            <a:avLst/>
          </a:prstGeom>
          <a:solidFill>
            <a:srgbClr val="FF6B00">
              <a:alpha val="10000"/>
            </a:srgbClr>
          </a:solidFill>
          <a:ln w="25400">
            <a:solidFill>
              <a:srgbClr val="FF6B00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28346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00"/>
                </a:solidFill>
              </a:rPr>
              <a:t>$500M
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by 2027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772400" y="45720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SOM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06640" y="48463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</a:rPr>
              <a:t>Agent packaging, registry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</a:rPr>
              <a:t>&amp; marketplace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2028, 33% of enterprise software will include agentic AI (up from &lt;1% in 2024) — Gartner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75-79% of enterprises testing or deploying AI agents as of 2026 — PwC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forces converging at the same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4864" cy="82296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5544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Explosion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06240" y="15544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$7.8B market in 2025, growing 46% YoY. Every company is building agents. OpenAI, Google, Anthropic, Microsoft all shipping agent frameworks.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54864" cy="82296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Proved the Pattern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06240" y="25603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Anthropic's Model Context Protocol standardized tool calling in 12 months. 28% of Fortune 500 adopted it. The market WANTS standards.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54864" cy="82296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5661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AI is Mainstream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06240" y="35661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 800M weekly users. Everyone is building personal assistants. The next step: sharing them with each other.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572000"/>
            <a:ext cx="54864" cy="82296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5720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Lock-in Backlash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45720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3M+ GPTs locked to OpenAI. CrewAI agents locked to CrewAI. Developers are frustrated. Open, portable formats win.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5577840"/>
            <a:ext cx="54864" cy="82296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5778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npm Precedent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06240" y="5577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went from 0 to 1M packages in 9 years, acquired for ~$200M. Docker Hub: 15M repos. Hugging Face: 2M models. Sharing layers become massive.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FIRST 100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Community-led growth, the npm playbook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4754880"/>
          </a:xfrm>
          <a:prstGeom prst="roundRect">
            <a:avLst>
              <a:gd name="adj" fmla="val 384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&amp; Seed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HN post — dev tools get 200-500 upvotes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Hunt launch — mid-week for max visibility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r/MachineLearning, r/LocalLLaMA, r/artificial posts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Dev.to + Indie Hackers "build in public" 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30-50 users from launch burst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66160" cy="4754880"/>
          </a:xfrm>
          <a:prstGeom prst="roundRect">
            <a:avLst>
              <a:gd name="adj" fmla="val 384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3-6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Loop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2560320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5-10 example agents (tax, research, outreach, coding)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stars campaign — aim for 500+ stars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community for agent builders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content: "How to share AI agents" guides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50-80 cumulative users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4754880"/>
          </a:xfrm>
          <a:prstGeom prst="roundRect">
            <a:avLst>
              <a:gd name="adj" fmla="val 3846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17373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2-3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0" y="2057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Effects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0" y="2560320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User-published agents attract new users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tutorials for LangChain, CrewAI, AutoGen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Conference talks / AI meetup demos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enterprise pilot conversations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100+ users, first paid interest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$1-10L MRR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npm playbook, adapted for agents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4389120"/>
          </a:xfrm>
          <a:prstGeom prst="roundRect">
            <a:avLst>
              <a:gd name="adj" fmla="val 3846"/>
            </a:avLst>
          </a:prstGeom>
          <a:solidFill>
            <a:srgbClr val="151515"/>
          </a:solidFill>
          <a:ln w="12700">
            <a:solidFill>
              <a:srgbClr val="00FF88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Standard (Free)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CLI + .agent format. Build the ecosystem. Win developer love. Become the default sharing primitive.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 — growth mode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66160" cy="4389120"/>
          </a:xfrm>
          <a:prstGeom prst="roundRect">
            <a:avLst>
              <a:gd name="adj" fmla="val 3846"/>
            </a:avLst>
          </a:prstGeom>
          <a:solidFill>
            <a:srgbClr val="151515"/>
          </a:solidFill>
          <a:ln w="12700">
            <a:solidFill>
              <a:srgbClr val="00CC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7373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MONTHS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Registry ($20/seat/mo)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agents, team workspaces, analytics, verified publishers, access controls. Target: indie devs &amp; small teams.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seats = $10K MRR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566160" cy="4389120"/>
          </a:xfrm>
          <a:prstGeom prst="roundRect">
            <a:avLst>
              <a:gd name="adj" fmla="val 3846"/>
            </a:avLst>
          </a:prstGeom>
          <a:solidFill>
            <a:srgbClr val="151515"/>
          </a:solidFill>
          <a:ln w="12700">
            <a:solidFill>
              <a:srgbClr val="FF6B00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17373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MONTHS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2148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Cloud ($99/seat/mo)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274320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execution, usage-based billing, enterprise SSO, audit logs. Agents run in the cloud without local setup.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0" y="502920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seats = $99K MRR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Long-term: Agent marketplace with revenue share (like App Store). If 1% of the 2M+ npm-like packages become paid agents at $5/mo avg, that's $100M+ ARR potential.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0FF88">
                    <a:alpha val="2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we the team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build this?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Speed, conviction, and builder DNA.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Builder-first. Shipping fast. Obsessed with the problem.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0" y="1645920"/>
            <a:ext cx="7589520" cy="4114800"/>
          </a:xfrm>
          <a:prstGeom prst="roundRect">
            <a:avLst>
              <a:gd name="adj" fmla="val 4444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0" y="2011680"/>
            <a:ext cx="1188720" cy="1188720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2926080" y="20116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011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Piyush Bhawsar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389120" y="2468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Builder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6400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engineer obsessed with developer tools and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AgentOnAir from zero to working POC with 8 CLI commands, 27 tests, and 3 example agents — in days, not months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understanding of the agent ecosystem: evaluated every existing approach (Letta .af, Agent Format .agf, CrewAI agentfiles, Stakpak Paks) before designing .agent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Believes the agent ecosystem needs its "npm moment" — and is building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record of shipping fast and iterating based on real user feedback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unfair advantages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349240" cy="2194560"/>
          </a:xfrm>
          <a:prstGeom prst="roundRect">
            <a:avLst>
              <a:gd name="adj" fmla="val 625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Mover on the Sharing Layer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is building agent platforms (CrewAI, LangChain, AutoGen). We're building the DISTRIBUTION layer that sits between all of them. No one else is doing this.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349240" cy="2194560"/>
          </a:xfrm>
          <a:prstGeom prst="roundRect">
            <a:avLst>
              <a:gd name="adj" fmla="val 625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73736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Code, Not a Whitepaper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19456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a working CLI, a file format, a registry, and example agents. Most "standards" in this space are specs with no implementation. We ship.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4023360"/>
            <a:ext cx="5349240" cy="2194560"/>
          </a:xfrm>
          <a:prstGeom prst="roundRect">
            <a:avLst>
              <a:gd name="adj" fmla="val 625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20624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Effects from Day 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466344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published makes the registry more valuable. Every user who installs an agent becomes a potential publisher. The npm flywheel.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4023360"/>
            <a:ext cx="5349240" cy="2194560"/>
          </a:xfrm>
          <a:prstGeom prst="roundRect">
            <a:avLst>
              <a:gd name="adj" fmla="val 6250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420624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Agnostic = Maximum TAM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466344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compete with LangChain or CrewAI — we complement them. Any framework can export to .agent. This makes us the Switzerland of agent distribution.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$1.5M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1371600" y="329184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34747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37160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Product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31920" y="329184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0" y="34747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93192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329184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4747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9224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329184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51515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34747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Legal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18-month runway to reach $100K MRR and Series A readiness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AgentOnAir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88888"/>
                </a:solidFill>
              </a:rPr>
              <a:t>Agents should </a:t>
            </a:r>
            <a:pPr algn="ctr" indent="0" marL="0">
              <a:buNone/>
            </a:pPr>
            <a:r>
              <a:rPr lang="en-US" sz="2800" b="1" i="1" dirty="0">
                <a:solidFill>
                  <a:srgbClr val="FAFAFA"/>
                </a:solidFill>
              </a:rPr>
              <a:t>travel.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github.com/piyushhhxyz/AgentsOnAir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piyush@agentsonair.com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82400" y="65151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AgentOnAir - The npm for AI Agents</dc:title>
  <dc:subject>PptxGenJS Presentation</dc:subject>
  <dc:creator>AgentOnAir</dc:creator>
  <cp:lastModifiedBy>AgentOnAir</cp:lastModifiedBy>
  <cp:revision>1</cp:revision>
  <dcterms:created xsi:type="dcterms:W3CDTF">2026-04-16T14:49:30Z</dcterms:created>
  <dcterms:modified xsi:type="dcterms:W3CDTF">2026-04-16T14:49:30Z</dcterms:modified>
</cp:coreProperties>
</file>